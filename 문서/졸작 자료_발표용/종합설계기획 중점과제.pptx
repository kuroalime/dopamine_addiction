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24384000" cy="13716000"/>
  <p:notesSz cx="6858000" cy="9144000"/>
  <p:embeddedFontLst>
    <p:embeddedFont>
      <p:font typeface="210 OmniGothic 030"/>
      <p:regular r:id="rId20"/>
    </p:embeddedFont>
    <p:embeddedFont>
      <p:font typeface="210 OmniGothic 050"/>
      <p:regular r:id="rId21"/>
    </p:embeddedFont>
    <p:embeddedFont>
      <p:font typeface="Pretendard Medium"/>
      <p:bold r:id="rId22"/>
    </p:embeddedFont>
    <p:embeddedFont>
      <p:font typeface="Pretendard Regular"/>
      <p:regular r:id="rId23"/>
    </p:embeddedFont>
    <p:embeddedFont>
      <p:font typeface="210 OmniGothic 04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1.fntdata" Type="http://schemas.openxmlformats.org/officeDocument/2006/relationships/font"/><Relationship Id="rId21" Target="fonts/font2.fntdata" Type="http://schemas.openxmlformats.org/officeDocument/2006/relationships/font"/><Relationship Id="rId22" Target="fonts/font3.fntdata" Type="http://schemas.openxmlformats.org/officeDocument/2006/relationships/font"/><Relationship Id="rId23" Target="fonts/font4.fntdata" Type="http://schemas.openxmlformats.org/officeDocument/2006/relationships/font"/><Relationship Id="rId24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7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27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12.png" Type="http://schemas.openxmlformats.org/officeDocument/2006/relationships/image"/><Relationship Id="rId4" Target="../media/image34.png" Type="http://schemas.openxmlformats.org/officeDocument/2006/relationships/image"/><Relationship Id="rId5" Target="../media/image7.png" Type="http://schemas.openxmlformats.org/officeDocument/2006/relationships/image"/><Relationship Id="rId6" Target="../media/image35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7.png" Type="http://schemas.openxmlformats.org/officeDocument/2006/relationships/image"/><Relationship Id="rId5" Target="../media/image16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6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7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7.png" Type="http://schemas.openxmlformats.org/officeDocument/2006/relationships/image"/><Relationship Id="rId4" Target="../media/image45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7.png" Type="http://schemas.openxmlformats.org/officeDocument/2006/relationships/image"/><Relationship Id="rId4" Target="../media/image45.pn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7.png" Type="http://schemas.openxmlformats.org/officeDocument/2006/relationships/image"/><Relationship Id="rId4" Target="../media/image4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7.png" Type="http://schemas.openxmlformats.org/officeDocument/2006/relationships/image"/><Relationship Id="rId4" Target="../media/image45.png" Type="http://schemas.openxmlformats.org/officeDocument/2006/relationships/image"/><Relationship Id="rId5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248900" y="3200400"/>
            <a:ext cx="38862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" y="8521700"/>
            <a:ext cx="22415500" cy="519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40300" y="4508500"/>
            <a:ext cx="14503400" cy="3429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325100" y="3314700"/>
            <a:ext cx="37211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76300" y="4229100"/>
            <a:ext cx="22631400" cy="8293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473700" y="2286000"/>
            <a:ext cx="134366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674600" y="5397500"/>
            <a:ext cx="9740900" cy="5956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54200" y="5397500"/>
            <a:ext cx="9740900" cy="5956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76300" y="4470400"/>
            <a:ext cx="11963400" cy="7823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766800" y="6489700"/>
            <a:ext cx="9740900" cy="37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73700" y="2286000"/>
            <a:ext cx="13436600" cy="118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5524500"/>
            <a:ext cx="11569700" cy="571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8001000"/>
            <a:ext cx="11734800" cy="552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2857500"/>
            <a:ext cx="11734800" cy="514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92000" y="2857500"/>
            <a:ext cx="11734800" cy="514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0" y="8001000"/>
            <a:ext cx="11734800" cy="5524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393700" y="2146300"/>
            <a:ext cx="13436600" cy="71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341100" y="2146300"/>
            <a:ext cx="134366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192000" y="2857500"/>
            <a:ext cx="11734800" cy="514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92000" y="8001000"/>
            <a:ext cx="11734800" cy="5524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2857500"/>
            <a:ext cx="11734800" cy="514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8001000"/>
            <a:ext cx="11734800" cy="552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7200" y="8001000"/>
            <a:ext cx="11734800" cy="5524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192000" y="8001000"/>
            <a:ext cx="11734800" cy="552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393700" y="2146300"/>
            <a:ext cx="13436600" cy="71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341100" y="2146300"/>
            <a:ext cx="134366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76300" y="4229100"/>
            <a:ext cx="22631400" cy="8293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473700" y="2286000"/>
            <a:ext cx="134366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674600" y="5397500"/>
            <a:ext cx="9740900" cy="5956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54200" y="5397500"/>
            <a:ext cx="9740900" cy="5956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76300" y="4470400"/>
            <a:ext cx="11963400" cy="7823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766800" y="6489700"/>
            <a:ext cx="9740900" cy="37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73700" y="2286000"/>
            <a:ext cx="13436600" cy="118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5524500"/>
            <a:ext cx="11569700" cy="571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57200" y="2857500"/>
            <a:ext cx="11734800" cy="514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8001000"/>
            <a:ext cx="11734800" cy="5524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393700" y="2146300"/>
            <a:ext cx="13436600" cy="711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41100" y="2146300"/>
            <a:ext cx="13436600" cy="71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192000" y="2857500"/>
            <a:ext cx="11734800" cy="5143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192000" y="8001000"/>
            <a:ext cx="11734800" cy="552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93700" y="2146300"/>
            <a:ext cx="13436600" cy="711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41100" y="2146300"/>
            <a:ext cx="13436600" cy="711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92000" y="2857500"/>
            <a:ext cx="11734800" cy="514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0" y="8001000"/>
            <a:ext cx="11734800" cy="5524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7200" y="2857500"/>
            <a:ext cx="11734800" cy="5143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7200" y="8001000"/>
            <a:ext cx="11734800" cy="552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00400" y="2286000"/>
            <a:ext cx="17970500" cy="118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192000" y="7594600"/>
            <a:ext cx="7315200" cy="590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76800" y="8940800"/>
            <a:ext cx="7315200" cy="455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0" y="3467100"/>
            <a:ext cx="7315200" cy="4127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76800" y="3467100"/>
            <a:ext cx="73152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00400" y="2286000"/>
            <a:ext cx="17970500" cy="118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80800" y="4762500"/>
            <a:ext cx="12585700" cy="6350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17500" y="4762500"/>
            <a:ext cx="1116330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00400" y="2286000"/>
            <a:ext cx="17970500" cy="118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92800" y="3467100"/>
            <a:ext cx="12598400" cy="9893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00400" y="2286000"/>
            <a:ext cx="17970500" cy="118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45400" y="8572500"/>
            <a:ext cx="9093200" cy="4914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92000" y="3657600"/>
            <a:ext cx="9093200" cy="491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098800" y="3657600"/>
            <a:ext cx="909320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00400" y="2286000"/>
            <a:ext cx="17970500" cy="1181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239500" y="1244600"/>
            <a:ext cx="1905000" cy="622300"/>
          </a:xfrm>
          <a:prstGeom prst="rect">
            <a:avLst/>
          </a:prstGeom>
          <a:effectLst>
            <a:outerShdw dir="2700000" dist="90407" blurRad="0">
              <a:srgbClr val="000000">
                <a:alpha val="56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15700" y="1358900"/>
            <a:ext cx="17526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327900" y="3886200"/>
            <a:ext cx="9740900" cy="960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