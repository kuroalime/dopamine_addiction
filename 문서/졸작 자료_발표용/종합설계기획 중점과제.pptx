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24384000" cy="13716000"/>
  <p:notesSz cx="6858000" cy="9144000"/>
  <p:embeddedFontLst>
    <p:embeddedFont>
      <p:font typeface="210 OmniGothic 050"/>
      <p:regular r:id="rId20"/>
    </p:embeddedFont>
    <p:embeddedFont>
      <p:font typeface="210 OmniGothic 030"/>
      <p:regular r:id="rId21"/>
    </p:embeddedFont>
    <p:embeddedFont>
      <p:font typeface="Pretendard Medium"/>
      <p:bold r:id="rId22"/>
    </p:embeddedFont>
    <p:embeddedFont>
      <p:font typeface="Pretendard Regular"/>
      <p:regular r:id="rId23"/>
    </p:embeddedFont>
    <p:embeddedFont>
      <p:font typeface="210 OmniGothic 04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1.fntdata" Type="http://schemas.openxmlformats.org/officeDocument/2006/relationships/font"/><Relationship Id="rId21" Target="fonts/font2.fntdata" Type="http://schemas.openxmlformats.org/officeDocument/2006/relationships/font"/><Relationship Id="rId22" Target="fonts/font3.fntdata" Type="http://schemas.openxmlformats.org/officeDocument/2006/relationships/font"/><Relationship Id="rId23" Target="fonts/font4.fntdata" Type="http://schemas.openxmlformats.org/officeDocument/2006/relationships/font"/><Relationship Id="rId24" Target="fonts/font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Relationship Id="rId5" Target="../media/image8.png" Type="http://schemas.openxmlformats.org/officeDocument/2006/relationships/image"/><Relationship Id="rId6" Target="../media/image9.png" Type="http://schemas.openxmlformats.org/officeDocument/2006/relationships/image"/><Relationship Id="rId7" Target="../media/image10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13.png" Type="http://schemas.openxmlformats.org/officeDocument/2006/relationships/image"/><Relationship Id="rId5" Target="../media/image7.png" Type="http://schemas.openxmlformats.org/officeDocument/2006/relationships/image"/><Relationship Id="rId6" Target="../media/image14.png" Type="http://schemas.openxmlformats.org/officeDocument/2006/relationships/image"/><Relationship Id="rId7" Target="../media/image1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16.png" Type="http://schemas.openxmlformats.org/officeDocument/2006/relationships/image"/><Relationship Id="rId4" Target="../media/image17.png" Type="http://schemas.openxmlformats.org/officeDocument/2006/relationships/image"/><Relationship Id="rId5" Target="../media/image18.png" Type="http://schemas.openxmlformats.org/officeDocument/2006/relationships/image"/><Relationship Id="rId6" Target="../media/image19.png" Type="http://schemas.openxmlformats.org/officeDocument/2006/relationships/image"/><Relationship Id="rId7" Target="../media/image20.png" Type="http://schemas.openxmlformats.org/officeDocument/2006/relationships/image"/><Relationship Id="rId8" Target="../media/image21.png" Type="http://schemas.openxmlformats.org/officeDocument/2006/relationships/image"/><Relationship Id="rId9" Target="../media/image22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png" Type="http://schemas.openxmlformats.org/officeDocument/2006/relationships/image"/><Relationship Id="rId4" Target="../media/image25.png" Type="http://schemas.openxmlformats.org/officeDocument/2006/relationships/image"/><Relationship Id="rId5" Target="../media/image26.png" Type="http://schemas.openxmlformats.org/officeDocument/2006/relationships/image"/><Relationship Id="rId6" Target="../media/image7.png" Type="http://schemas.openxmlformats.org/officeDocument/2006/relationships/image"/><Relationship Id="rId7" Target="../media/image16.png" Type="http://schemas.openxmlformats.org/officeDocument/2006/relationships/image"/><Relationship Id="rId8" Target="../media/image27.png" Type="http://schemas.openxmlformats.org/officeDocument/2006/relationships/image"/><Relationship Id="rId9" Target="../media/image28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29.png" Type="http://schemas.openxmlformats.org/officeDocument/2006/relationships/image"/><Relationship Id="rId4" Target="../media/image7.png" Type="http://schemas.openxmlformats.org/officeDocument/2006/relationships/image"/><Relationship Id="rId5" Target="../media/image8.png" Type="http://schemas.openxmlformats.org/officeDocument/2006/relationships/image"/><Relationship Id="rId6" Target="../media/image9.png" Type="http://schemas.openxmlformats.org/officeDocument/2006/relationships/image"/><Relationship Id="rId7" Target="../media/image30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31.png" Type="http://schemas.openxmlformats.org/officeDocument/2006/relationships/image"/><Relationship Id="rId5" Target="../media/image7.png" Type="http://schemas.openxmlformats.org/officeDocument/2006/relationships/image"/><Relationship Id="rId6" Target="../media/image14.png" Type="http://schemas.openxmlformats.org/officeDocument/2006/relationships/image"/><Relationship Id="rId7" Target="../media/image1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33.png" Type="http://schemas.openxmlformats.org/officeDocument/2006/relationships/image"/><Relationship Id="rId4" Target="../media/image7.png" Type="http://schemas.openxmlformats.org/officeDocument/2006/relationships/image"/><Relationship Id="rId5" Target="../media/image16.png" Type="http://schemas.openxmlformats.org/officeDocument/2006/relationships/image"/><Relationship Id="rId6" Target="../media/image21.png" Type="http://schemas.openxmlformats.org/officeDocument/2006/relationships/image"/><Relationship Id="rId7" Target="../media/image22.png" Type="http://schemas.openxmlformats.org/officeDocument/2006/relationships/image"/><Relationship Id="rId8" Target="../media/image34.png" Type="http://schemas.openxmlformats.org/officeDocument/2006/relationships/image"/><Relationship Id="rId9" Target="../media/image3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16.png" Type="http://schemas.openxmlformats.org/officeDocument/2006/relationships/image"/><Relationship Id="rId4" Target="../media/image27.png" Type="http://schemas.openxmlformats.org/officeDocument/2006/relationships/image"/><Relationship Id="rId5" Target="../media/image28.png" Type="http://schemas.openxmlformats.org/officeDocument/2006/relationships/image"/><Relationship Id="rId6" Target="../media/image36.png" Type="http://schemas.openxmlformats.org/officeDocument/2006/relationships/image"/><Relationship Id="rId7" Target="../media/image37.png" Type="http://schemas.openxmlformats.org/officeDocument/2006/relationships/image"/><Relationship Id="rId8" Target="../media/image38.png" Type="http://schemas.openxmlformats.org/officeDocument/2006/relationships/image"/><Relationship Id="rId9" Target="../media/image3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0.png" Type="http://schemas.openxmlformats.org/officeDocument/2006/relationships/image"/><Relationship Id="rId3" Target="../media/image7.png" Type="http://schemas.openxmlformats.org/officeDocument/2006/relationships/image"/><Relationship Id="rId4" Target="../media/image41.png" Type="http://schemas.openxmlformats.org/officeDocument/2006/relationships/image"/><Relationship Id="rId5" Target="../media/image42.png" Type="http://schemas.openxmlformats.org/officeDocument/2006/relationships/image"/><Relationship Id="rId6" Target="../media/image43.png" Type="http://schemas.openxmlformats.org/officeDocument/2006/relationships/image"/><Relationship Id="rId7" Target="../media/image44.png" Type="http://schemas.openxmlformats.org/officeDocument/2006/relationships/image"/><Relationship Id="rId8" Target="../media/image45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6.png" Type="http://schemas.openxmlformats.org/officeDocument/2006/relationships/image"/><Relationship Id="rId3" Target="../media/image7.png" Type="http://schemas.openxmlformats.org/officeDocument/2006/relationships/image"/><Relationship Id="rId4" Target="../media/image41.png" Type="http://schemas.openxmlformats.org/officeDocument/2006/relationships/image"/><Relationship Id="rId5" Target="../media/image47.png" Type="http://schemas.openxmlformats.org/officeDocument/2006/relationships/image"/><Relationship Id="rId6" Target="../media/image48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9.png" Type="http://schemas.openxmlformats.org/officeDocument/2006/relationships/image"/><Relationship Id="rId3" Target="../media/image7.png" Type="http://schemas.openxmlformats.org/officeDocument/2006/relationships/image"/><Relationship Id="rId4" Target="../media/image41.png" Type="http://schemas.openxmlformats.org/officeDocument/2006/relationships/image"/><Relationship Id="rId5" Target="../media/image5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1.png" Type="http://schemas.openxmlformats.org/officeDocument/2006/relationships/image"/><Relationship Id="rId3" Target="../media/image7.png" Type="http://schemas.openxmlformats.org/officeDocument/2006/relationships/image"/><Relationship Id="rId4" Target="../media/image41.png" Type="http://schemas.openxmlformats.org/officeDocument/2006/relationships/image"/><Relationship Id="rId5" Target="../media/image52.png" Type="http://schemas.openxmlformats.org/officeDocument/2006/relationships/image"/><Relationship Id="rId6" Target="../media/image53.png" Type="http://schemas.openxmlformats.org/officeDocument/2006/relationships/image"/><Relationship Id="rId7" Target="../media/image54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1.png" Type="http://schemas.openxmlformats.org/officeDocument/2006/relationships/image"/><Relationship Id="rId3" Target="../media/image7.png" Type="http://schemas.openxmlformats.org/officeDocument/2006/relationships/image"/><Relationship Id="rId4" Target="../media/image41.png" Type="http://schemas.openxmlformats.org/officeDocument/2006/relationships/image"/><Relationship Id="rId5" Target="../media/image5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10248900" y="3200400"/>
            <a:ext cx="3886200" cy="622300"/>
          </a:xfrm>
          <a:prstGeom prst="rect">
            <a:avLst/>
          </a:prstGeom>
          <a:effectLst>
            <a:outerShdw dir="2700000" dist="90407" blurRad="0">
              <a:srgbClr val="000000">
                <a:alpha val="56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990600" y="8521700"/>
            <a:ext cx="22415500" cy="51943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940300" y="4508500"/>
            <a:ext cx="14503400" cy="34290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0325100" y="3314700"/>
            <a:ext cx="3721100" cy="469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876300" y="4229100"/>
            <a:ext cx="22631400" cy="8293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5473700" y="2286000"/>
            <a:ext cx="13436600" cy="1181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11239500" y="1244600"/>
            <a:ext cx="1905000" cy="622300"/>
          </a:xfrm>
          <a:prstGeom prst="rect">
            <a:avLst/>
          </a:prstGeom>
          <a:effectLst>
            <a:outerShdw dir="2700000" dist="90407" blurRad="0">
              <a:srgbClr val="000000">
                <a:alpha val="56000"/>
              </a:srgbClr>
            </a:outerShdw>
          </a:effectLst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1315700" y="1358900"/>
            <a:ext cx="1752600" cy="4699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2674600" y="5397500"/>
            <a:ext cx="9740900" cy="59563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854200" y="5397500"/>
            <a:ext cx="9740900" cy="59563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876300" y="4470400"/>
            <a:ext cx="11963400" cy="7823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3766800" y="6489700"/>
            <a:ext cx="9740900" cy="37973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5473700" y="2286000"/>
            <a:ext cx="13436600" cy="11811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1239500" y="1244600"/>
            <a:ext cx="1905000" cy="622300"/>
          </a:xfrm>
          <a:prstGeom prst="rect">
            <a:avLst/>
          </a:prstGeom>
          <a:effectLst>
            <a:outerShdw dir="2700000" dist="90407" blurRad="0">
              <a:srgbClr val="000000">
                <a:alpha val="56000"/>
              </a:srgbClr>
            </a:outerShdw>
          </a:effectLst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079500" y="5524500"/>
            <a:ext cx="11569700" cy="57150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1315700" y="1358900"/>
            <a:ext cx="1752600" cy="4699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11239500" y="1244600"/>
            <a:ext cx="1905000" cy="622300"/>
          </a:xfrm>
          <a:prstGeom prst="rect">
            <a:avLst/>
          </a:prstGeom>
          <a:effectLst>
            <a:outerShdw dir="2700000" dist="90407" blurRad="0">
              <a:srgbClr val="000000">
                <a:alpha val="56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1315700" y="1358900"/>
            <a:ext cx="1752600" cy="4699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57200" y="8001000"/>
            <a:ext cx="11734800" cy="552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457200" y="2857500"/>
            <a:ext cx="11734800" cy="51435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2192000" y="2857500"/>
            <a:ext cx="11734800" cy="51435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2192000" y="8001000"/>
            <a:ext cx="11734800" cy="55245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-393700" y="2146300"/>
            <a:ext cx="13436600" cy="7112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1341100" y="2146300"/>
            <a:ext cx="13436600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12192000" y="2857500"/>
            <a:ext cx="11734800" cy="51435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2192000" y="8001000"/>
            <a:ext cx="11734800" cy="55245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57200" y="2857500"/>
            <a:ext cx="11734800" cy="5143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457200" y="8001000"/>
            <a:ext cx="11734800" cy="55245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1239500" y="1244600"/>
            <a:ext cx="1905000" cy="622300"/>
          </a:xfrm>
          <a:prstGeom prst="rect">
            <a:avLst/>
          </a:prstGeom>
          <a:effectLst>
            <a:outerShdw dir="2700000" dist="90407" blurRad="0">
              <a:srgbClr val="000000">
                <a:alpha val="56000"/>
              </a:srgbClr>
            </a:outerShdw>
          </a:effectLst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1315700" y="1358900"/>
            <a:ext cx="1752600" cy="4699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-393700" y="2146300"/>
            <a:ext cx="13436600" cy="7112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1341100" y="2146300"/>
            <a:ext cx="13436600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876300" y="4229100"/>
            <a:ext cx="22631400" cy="8293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5473700" y="2286000"/>
            <a:ext cx="13436600" cy="1181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11239500" y="1244600"/>
            <a:ext cx="1905000" cy="622300"/>
          </a:xfrm>
          <a:prstGeom prst="rect">
            <a:avLst/>
          </a:prstGeom>
          <a:effectLst>
            <a:outerShdw dir="2700000" dist="90407" blurRad="0">
              <a:srgbClr val="000000">
                <a:alpha val="56000"/>
              </a:srgbClr>
            </a:outerShdw>
          </a:effectLst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1315700" y="1358900"/>
            <a:ext cx="1752600" cy="4699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2674600" y="5397500"/>
            <a:ext cx="9740900" cy="59563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854200" y="5397500"/>
            <a:ext cx="9740900" cy="595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876300" y="4470400"/>
            <a:ext cx="11963400" cy="7823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3766800" y="6489700"/>
            <a:ext cx="9740900" cy="37973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5473700" y="2286000"/>
            <a:ext cx="13436600" cy="11811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1239500" y="1244600"/>
            <a:ext cx="1905000" cy="622300"/>
          </a:xfrm>
          <a:prstGeom prst="rect">
            <a:avLst/>
          </a:prstGeom>
          <a:effectLst>
            <a:outerShdw dir="2700000" dist="90407" blurRad="0">
              <a:srgbClr val="000000">
                <a:alpha val="56000"/>
              </a:srgbClr>
            </a:outerShdw>
          </a:effectLst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079500" y="5524500"/>
            <a:ext cx="11569700" cy="57150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1315700" y="1358900"/>
            <a:ext cx="1752600" cy="4699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457200" y="2857500"/>
            <a:ext cx="11734800" cy="51435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457200" y="8001000"/>
            <a:ext cx="11734800" cy="55245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11239500" y="1244600"/>
            <a:ext cx="1905000" cy="622300"/>
          </a:xfrm>
          <a:prstGeom prst="rect">
            <a:avLst/>
          </a:prstGeom>
          <a:effectLst>
            <a:outerShdw dir="2700000" dist="90407" blurRad="0">
              <a:srgbClr val="000000">
                <a:alpha val="56000"/>
              </a:srgbClr>
            </a:outerShdw>
          </a:effectLst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1315700" y="1358900"/>
            <a:ext cx="1752600" cy="4699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-393700" y="2146300"/>
            <a:ext cx="13436600" cy="7112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1341100" y="2146300"/>
            <a:ext cx="13436600" cy="7112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2192000" y="2857500"/>
            <a:ext cx="11734800" cy="51435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2192000" y="8001000"/>
            <a:ext cx="11734800" cy="5524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11239500" y="1244600"/>
            <a:ext cx="1905000" cy="622300"/>
          </a:xfrm>
          <a:prstGeom prst="rect">
            <a:avLst/>
          </a:prstGeom>
          <a:effectLst>
            <a:outerShdw dir="2700000" dist="90407" blurRad="0">
              <a:srgbClr val="000000">
                <a:alpha val="56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1315700" y="1358900"/>
            <a:ext cx="1752600" cy="4699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93700" y="2146300"/>
            <a:ext cx="13436600" cy="7112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1341100" y="2146300"/>
            <a:ext cx="13436600" cy="7112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2192000" y="2857500"/>
            <a:ext cx="11734800" cy="51435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2192000" y="8001000"/>
            <a:ext cx="11734800" cy="55245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457200" y="2857500"/>
            <a:ext cx="11734800" cy="51435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457200" y="8001000"/>
            <a:ext cx="11734800" cy="5524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3200400" y="2286000"/>
            <a:ext cx="17970500" cy="1181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1239500" y="1244600"/>
            <a:ext cx="1905000" cy="622300"/>
          </a:xfrm>
          <a:prstGeom prst="rect">
            <a:avLst/>
          </a:prstGeom>
          <a:effectLst>
            <a:outerShdw dir="2700000" dist="90407" blurRad="0">
              <a:srgbClr val="000000">
                <a:alpha val="56000"/>
              </a:srgbClr>
            </a:outerShdw>
          </a:effectLst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11315700" y="1358900"/>
            <a:ext cx="1752600" cy="4699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2192000" y="7594600"/>
            <a:ext cx="7315200" cy="59055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4876800" y="8940800"/>
            <a:ext cx="7315200" cy="45593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2192000" y="3467100"/>
            <a:ext cx="7315200" cy="41275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4876800" y="3467100"/>
            <a:ext cx="7315200" cy="5461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3200400" y="2286000"/>
            <a:ext cx="17970500" cy="1181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1239500" y="1244600"/>
            <a:ext cx="1905000" cy="622300"/>
          </a:xfrm>
          <a:prstGeom prst="rect">
            <a:avLst/>
          </a:prstGeom>
          <a:effectLst>
            <a:outerShdw dir="2700000" dist="90407" blurRad="0">
              <a:srgbClr val="000000">
                <a:alpha val="56000"/>
              </a:srgbClr>
            </a:outerShdw>
          </a:effectLst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11315700" y="1358900"/>
            <a:ext cx="1752600" cy="4699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1480800" y="4762500"/>
            <a:ext cx="12585700" cy="63500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317500" y="4762500"/>
            <a:ext cx="11163300" cy="635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3200400" y="2286000"/>
            <a:ext cx="17970500" cy="1181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1239500" y="1244600"/>
            <a:ext cx="1905000" cy="622300"/>
          </a:xfrm>
          <a:prstGeom prst="rect">
            <a:avLst/>
          </a:prstGeom>
          <a:effectLst>
            <a:outerShdw dir="2700000" dist="90407" blurRad="0">
              <a:srgbClr val="000000">
                <a:alpha val="56000"/>
              </a:srgbClr>
            </a:outerShdw>
          </a:effectLst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11315700" y="1358900"/>
            <a:ext cx="1752600" cy="4699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892800" y="3467100"/>
            <a:ext cx="12598400" cy="98933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3200400" y="2286000"/>
            <a:ext cx="17970500" cy="1181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1239500" y="1244600"/>
            <a:ext cx="1905000" cy="622300"/>
          </a:xfrm>
          <a:prstGeom prst="rect">
            <a:avLst/>
          </a:prstGeom>
          <a:effectLst>
            <a:outerShdw dir="2700000" dist="90407" blurRad="0">
              <a:srgbClr val="000000">
                <a:alpha val="56000"/>
              </a:srgbClr>
            </a:outerShdw>
          </a:effectLst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11315700" y="1358900"/>
            <a:ext cx="1752600" cy="4699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7645400" y="8572500"/>
            <a:ext cx="9093200" cy="49149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2192000" y="3657600"/>
            <a:ext cx="9093200" cy="49149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3098800" y="3657600"/>
            <a:ext cx="909320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3200400" y="2286000"/>
            <a:ext cx="17970500" cy="1181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1239500" y="1244600"/>
            <a:ext cx="1905000" cy="622300"/>
          </a:xfrm>
          <a:prstGeom prst="rect">
            <a:avLst/>
          </a:prstGeom>
          <a:effectLst>
            <a:outerShdw dir="2700000" dist="90407" blurRad="0">
              <a:srgbClr val="000000">
                <a:alpha val="56000"/>
              </a:srgbClr>
            </a:outerShdw>
          </a:effectLst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11315700" y="1358900"/>
            <a:ext cx="1752600" cy="4699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7327900" y="3886200"/>
            <a:ext cx="9740900" cy="960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